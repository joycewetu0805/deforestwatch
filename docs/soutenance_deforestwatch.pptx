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</a:rPr>
              <a:t>🌍 DeforestWatch-DRC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</a:rPr>
              <a:t>Surveillance et prédiction de la déforestation de la forêt équatoriale
du Bassin du Congo par imagerie satellite et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Joyce A. WETUNGANI · UPC / FASI · L3 Data Science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Pourquoi ce projet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La RDC abrite la 2e plus grande forêt tropicale humide du monde (Bassin du Congo).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Déforestation accélérée : agriculture sur brûlis, exploitation, expansion des villages.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Les outils globaux (Global Forest Watch) manquent d'analyse prédictive locale.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Besoin : un outil d'aide à la décision adapté au contexte congolais.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Détecter les zones déforestées par classification d'images Sentinel-2.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Quantifier la perte forestière annuelle (2015–2025).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Comparer trois modèles : Random Forest, XGBoost, U-Net.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Prédire les zones à risque de déforestation future.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Déployer une plateforme : API + dashboard d'aide à la décision.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Zone d'étude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Province du Mai-Ndombe (Inongo)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Forêt équatoriale du Bassin du Congo, RDC.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Centre : Inongo (-1,95° S ; 18,27° E), zone ~50 × 50 km.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L'un des fronts de déforestation les plus actifs du pays.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Données et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Sentinel-2 (ESA) — 6 bandes multispectrales, 10 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Hansen Global Forest Change — vérité terrain (perte forestière).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SRTM — altitude, pente, aspect.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OpenWeatherMap — précipitations, température.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Collecte : Google Earth Engine.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Prétraitement : indices (NDVI/EVI/NDWI/NBR), masquage nuages, PySpark.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Modélisation : scikit-learn, XGBoost, TensorFlow (U-Net).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Déploiement : FastAPI, Streamlit, frontend React, PostgreSQL, Docker.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Prétraitement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Composites médians de saison sèche (juin–septembre).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13 features par pixel : 6 bandes + 4 indices + 3 variables topographiques.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Tuiles 128×128 pour le U-Net.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Split spatial 70/15/15 (anti-fuite géographique).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Modèles de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Random Forest — baseline robuste et interprétable (pixel).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XGBoost — gradient boosting (pixel).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U-Net (CNN) — segmentation sémantique exploitant le contexte spatial.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Modèle de risque — prédiction des zones à déforester à court terme.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Résultats — dynamique forestière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Résultats de démonstration (à confirmer sur données réelles)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Surface forestière 2015 : 224,945 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Surface forestière 2025 : 46,040 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Perte cumulée : 178,906 ha (79.5 %).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Résultats — comparaison des modèles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U-Net — F1-macro 0.9993, Mean IoU 0.9986.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RandomForest — F1-macro 0.9992, Mean IoU 0.9984.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XGBoost — F1-macro 0.9984, Mean IoU 0.9968.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Meilleur modèle : U-Net.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Carte de risque de déforestation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Score de risque 0–100 par pixel de forêt.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Facteurs : proximité aux routes/villages, déforestation voisine, pente.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Identifie les fronts forestiers prioritaires pour la conservation.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Plateforme déployée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API FastAPI : authentification JWT + 2FA, documentation Swagger.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Dashboard Streamlit : KPIs, cartes, analyse, prédictions, back-office.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Frontend React : landing page et monitoring temps réel.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Conteneurisé (Docker) et testé (28 tests pytest).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Du prototype aux données réelles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Mode démonstration : données synthétiques réalistes, exécutable clé en main.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Couche d'abstraction (DataSource) : déposer des GeoTIFF + DEMO_MODE=false.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Aucune modification de code : toute l'application bascule sur le réel.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Couverture nuageuse équatoriale persistante.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Besoin de données de vérité terrain de qualité.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Résultats de démonstration à valider sur images réelles.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Imagerie radar Sentinel-1 (insensible aux nuages).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Modèles spatio-temporels (ConvLSTM, transformers).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Alertes en temps quasi réel pour les gestionnaires forestiers.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1F5F9"/>
                </a:solidFill>
              </a:rPr>
              <a:t>•  Extension à d'autres provinces de la forêt équatoriale.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